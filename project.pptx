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64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2A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961120" y="1005840"/>
            <a:ext cx="2286000" cy="640080"/>
          </a:xfrm>
          <a:prstGeom prst="roundRect">
            <a:avLst>
              <a:gd fmla="val 16667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509760" y="2011680"/>
            <a:ext cx="1828800" cy="914400"/>
          </a:xfrm>
          <a:prstGeom prst="roundRect">
            <a:avLst>
              <a:gd fmla="val 16667" name="adj"/>
            </a:avLst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869680" y="3383280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9326880" y="45720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731520"/>
            <a:ext cx="70410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1520" y="137160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PERFORMANCE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7240" y="306324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An end-to-end data analytics project using Python, Power BI, Git and GitHub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7240" y="461772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Submitted by NAVANEETH P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7240" y="5029200"/>
            <a:ext cx="6766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B.Tech Computer Science and Engineering</a:t>
            </a:r>
            <a:br>
              <a:rPr b="0" i="0" lang="en-US" sz="14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College of Engineering Trikaripur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7240" y="62636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Project at a Glance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Turning sales records into useful business insights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85800" y="1417320"/>
            <a:ext cx="260604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85800" y="1417320"/>
            <a:ext cx="73152" cy="1280160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68680" y="1554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TOTAL SALES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8680" y="1856232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₹308,750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8680" y="237744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Sales in the dataset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474720" y="1417320"/>
            <a:ext cx="260604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474720" y="1417320"/>
            <a:ext cx="73152" cy="1280160"/>
          </a:xfrm>
          <a:prstGeom prst="rect">
            <a:avLst/>
          </a:prstGeom>
          <a:solidFill>
            <a:srgbClr val="2A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657600" y="1554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DISTINCT ORDERS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657600" y="1856232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657600" y="237744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Unique order IDs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263640" y="1417320"/>
            <a:ext cx="260604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263640" y="1417320"/>
            <a:ext cx="73152" cy="128016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446520" y="1554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TOP CATEGORY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46520" y="1856232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Electronics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46520" y="237744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₹233,500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9052560" y="1417320"/>
            <a:ext cx="2468880" cy="128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9052560" y="1417320"/>
            <a:ext cx="73152" cy="1280160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9235440" y="1554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TOP REGION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235440" y="185623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South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235440" y="23774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₹131,900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22960" y="3063240"/>
            <a:ext cx="106984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Prepared and analyzed sales records containing order, customer, product, quantity, price, and region fields.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Used Python for data preparation, exploratory analysis, and six visualizations.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Built an interactive Power BI dashboard with KPIs, charts, and slicers.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Summarized findings and recommendations for sales and inventory decisions.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Problem Statement &amp; Objectives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The business questions guiding the project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7724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77240" y="17830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Raw sales records are difficult to interpret directly. Analysis is needed to identify leading products, category performance, regional differences, and sales trends.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17220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126480" y="1783080"/>
            <a:ext cx="51206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Inspect and prepare the dataset.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Handle missing or duplicate records where appropriate.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Explore descriptive statistics, patterns, correlations, and potential outliers.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Create charts and an interactive dashboard.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Translate results into practical recommendations.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Dataset &amp; Technology Stack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Fields used and tools applied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31520" y="1325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DATASET FIELDS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31520" y="1737360"/>
            <a:ext cx="5029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Order ID — unique order identifier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Order Date — order date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Customer Name — customer field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Product and Category — item details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Quantity and Unit Price — volume and price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Region — sales geography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Sales Amount — Quantity × Unit Price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17220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126480" y="173736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Python and Pandas — inspection, cleaning, calculations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Matplotlib and Seaborn — visualizations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Power BI and DAX — dashboard and KPI measures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Git and GitHub — version control and project sharing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CSV, PBIX, and PPTX — data and deliverables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End-to-End Project Workflow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Eight stages in the capstone assignment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685800" y="15087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50392" y="161848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0392" y="19842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Git &amp; GitHub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0392" y="23500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Repository setup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566160" y="15087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3730752" y="161848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730752" y="19842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Git workflow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730752" y="23500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Clone, add, commit, push, pull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6446520" y="15087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611112" y="161848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11112" y="19842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11112" y="23500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Inspect and clean data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9326880" y="15087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491472" y="161848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491472" y="19842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491472" y="23500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Statistics and patterns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685800" y="35661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850392" y="3675887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50392" y="40416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50392" y="44074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Six Python charts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3566160" y="35661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730752" y="3675887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730752" y="40416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730752" y="44074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Dashboard and DAX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446520" y="35661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611112" y="3675887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611112" y="40416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611112" y="44074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Findings and actions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9326880" y="3566160"/>
            <a:ext cx="25603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9491472" y="3675887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9491472" y="40416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9491472" y="440740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README and presentation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Data Preparation &amp; Quality Checks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Making the dataset suitable for analysis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68680" y="1417320"/>
            <a:ext cx="105156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Inspected sample records, row and column counts, and data types.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Checked missing values and duplicate records.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Handled missing or incorrect values where appropriate.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Reviewed date and numeric fields for analysis.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Calculated Sales Amount = Quantity × Unit Price.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Used the prepared dataset for EDA, visualizations, and Power BI.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4141"/>
                </a:solidFill>
                <a:latin typeface="Arial"/>
                <a:ea typeface="Arial"/>
                <a:cs typeface="Arial"/>
                <a:sym typeface="Arial"/>
              </a:rPr>
              <a:t>Data quality note: investigate records labelled “Unknown” and correct them only when reliable source information is available.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Exploratory Data Analysis — Six Charts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Each chart addresses a different sales question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77240" y="1325880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941832" y="147218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508760" y="143560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Sales by Category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508760" y="181051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Which categories contribute most revenue?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6446520" y="1325880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6611112" y="147218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7178040" y="143560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Sales by Region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7178040" y="181051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Where are sales strongest or weakest?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77240" y="2807208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941832" y="29535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508760" y="29169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Monthly Sales Trend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508760" y="329184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How do sales change over time?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6446520" y="2807208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11112" y="29535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178040" y="29169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Top 10 Products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7178040" y="329184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Which products generate the most sales?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777240" y="4288536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941832" y="44348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508760" y="43982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Quantity vs. Unit Price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508760" y="47731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How do quantity and price relate?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6446520" y="4288536"/>
            <a:ext cx="521208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6611112" y="44348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178040" y="43982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Sales Amount Distribution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178040" y="47731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How widely do sales values vary?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Finding 1 — Electronics Leads Category Sales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Category totals in the selected dataset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pic>
        <p:nvPicPr>
          <p:cNvPr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667512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7635240" y="16459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₹233,500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680960" y="2194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Electronics sales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543800" y="278892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Electronics is the largest category by sales.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Laptops, monitors, and printers are major contributors.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Use demand patterns to support stock and supplier planning.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Finding 2 — South Region Has Highest Sales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Regional totals show differences in performance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667512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7635240" y="16459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₹131,900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7680960" y="2194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South region sales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7543800" y="278892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South recorded the highest sales.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North and West were the next strongest regions.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Investigate lower East sales before deciding on targeted actions.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Finding 3 — Monthly Sales &amp; Leading Products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Sales totals for the available records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pic>
        <p:nvPicPr>
          <p:cNvPr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80160"/>
            <a:ext cx="5394960" cy="429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280160"/>
            <a:ext cx="5394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4141"/>
                </a:solidFill>
                <a:latin typeface="Arial"/>
                <a:ea typeface="Arial"/>
                <a:cs typeface="Arial"/>
                <a:sym typeface="Arial"/>
              </a:rPr>
              <a:t>Caution: February includes fewer recorded days, so this is not a full-month comparison.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Power BI Dashboard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Interactive reporting for sales performance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731520" y="1417320"/>
            <a:ext cx="19202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731520" y="1417320"/>
            <a:ext cx="73152" cy="1097280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914400" y="15544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TOTAL SALES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914400" y="1856232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₹308.75K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2788920" y="1417320"/>
            <a:ext cx="19202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2788920" y="1417320"/>
            <a:ext cx="73152" cy="1097280"/>
          </a:xfrm>
          <a:prstGeom prst="rect">
            <a:avLst/>
          </a:prstGeom>
          <a:solidFill>
            <a:srgbClr val="2A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2971800" y="15544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TOTAL ORDERS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2971800" y="1856232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4846320" y="1417320"/>
            <a:ext cx="19202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4846320" y="1417320"/>
            <a:ext cx="73152" cy="109728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5029200" y="15544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QUANTITY SOLD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5029200" y="1856232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Sum of qty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7315200" y="1417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BA0"/>
                </a:solidFill>
                <a:latin typeface="Arial"/>
                <a:ea typeface="Arial"/>
                <a:cs typeface="Arial"/>
                <a:sym typeface="Arial"/>
              </a:rPr>
              <a:t>DASHBOARD FEATURES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7269480" y="1828800"/>
            <a:ext cx="4160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KPI cards for key performance indicators.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Charts for category, region, monthly trend, and top products.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Slicers for Region, Category, and Order Date.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DAX measures for reusable summary calculations.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77240" y="29718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68BE"/>
                </a:solidFill>
                <a:latin typeface="Arial"/>
                <a:ea typeface="Arial"/>
                <a:cs typeface="Arial"/>
                <a:sym typeface="Arial"/>
              </a:rPr>
              <a:t>DAX MEASURES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22960" y="3383280"/>
            <a:ext cx="6035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Total Sales = SUM('cleaned_sales_dataset'[Sales Amount])</a:t>
            </a:r>
            <a:br>
              <a:rPr b="0" i="0" lang="en-US" sz="12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Total Orders = DISTINCTCOUNT('cleaned_sales_dataset'[Order ID])</a:t>
            </a:r>
            <a:br>
              <a:rPr b="0" i="0" lang="en-US" sz="12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Total Quantity Sold = SUM('cleaned_sales_dataset'[Quantity])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Dashboard preview is schematic; open the actual .pbix file to view the interactive report.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The strongest signals in the sales dataset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731520" y="1417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731520" y="1417320"/>
            <a:ext cx="73152" cy="1371600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914400" y="15544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TOTAL SALES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914400" y="1856232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₹308,750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914400" y="24688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All selected records</a:t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4389120" y="1417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4389120" y="1417320"/>
            <a:ext cx="73152" cy="1371600"/>
          </a:xfrm>
          <a:prstGeom prst="rect">
            <a:avLst/>
          </a:prstGeom>
          <a:solidFill>
            <a:srgbClr val="2A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4572000" y="15544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DISTINCT ORDERS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4572000" y="1856232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4572000" y="24688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Unique order IDs</a:t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8046720" y="1417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8046720" y="1417320"/>
            <a:ext cx="73152" cy="13716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8229600" y="15544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TOP PRODUCT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8229600" y="1856232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Laptop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8229600" y="24688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₹110,000 in sales</a:t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731520" y="32461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31520" y="3246120"/>
            <a:ext cx="73152" cy="1371600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914400" y="33832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TOP CATEGORY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914400" y="3685031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Electronics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914400" y="42976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₹233,500</a:t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4389120" y="32461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389120" y="3246120"/>
            <a:ext cx="73152" cy="1371600"/>
          </a:xfrm>
          <a:prstGeom prst="rect">
            <a:avLst/>
          </a:prstGeom>
          <a:solidFill>
            <a:srgbClr val="2A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4572000" y="33832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TOP REGION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4572000" y="3685031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South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4572000" y="42976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₹131,900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8046720" y="32461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8046720" y="3246120"/>
            <a:ext cx="73152" cy="13716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8229600" y="3383279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RECORDED PERIOD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8229600" y="3685031"/>
            <a:ext cx="3154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Jan–Feb 2026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8229600" y="42976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Partial February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B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644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Actions suggested by the analysis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621792" y="64465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7382"/>
                </a:solidFill>
                <a:latin typeface="Arial"/>
                <a:ea typeface="Arial"/>
                <a:cs typeface="Arial"/>
                <a:sym typeface="Arial"/>
              </a:rPr>
              <a:t>WEEK 6 CAPSTONE • SALES DATA ANALYTICS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868680" y="1417320"/>
            <a:ext cx="105156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Prioritize inventory planning for leading products such as laptops, monitors, and printers.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Use Electronics category performance to inform planning while monitoring other categories.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Investigate regional differences, especially lower sales in the East region.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Review records labelled Unknown and correct them only when source data supports it.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Refresh the Power BI dashboard regularly and compare equivalent periods.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B3441"/>
                </a:solidFill>
                <a:latin typeface="Arial"/>
                <a:ea typeface="Arial"/>
                <a:cs typeface="Arial"/>
                <a:sym typeface="Arial"/>
              </a:rPr>
              <a:t>•  Validate these patterns with more data before major pricing, inventory, or expansion decisions.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644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/>
          <p:nvPr/>
        </p:nvSpPr>
        <p:spPr>
          <a:xfrm>
            <a:off x="731520" y="5943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731520" y="1143000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raw data to</a:t>
            </a:r>
            <a:b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insight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777240" y="2697480"/>
            <a:ext cx="6492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This project demonstrates an end-to-end workflow combining data preparation, exploratory analysis, Python visualization, Power BI reporting, version control, and documentation.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7772400" y="11430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PROJECT DELIVERABLES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7726679" y="164592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Original and cleaned datasets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Python analysis scripts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Six data visualizations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Power BI dashboard (.pbix)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README documentation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Project presentation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777240" y="57150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804672" y="630936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NAVANEETH P • College of Engineering Trikaripur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EE8F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